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36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70888" y="1295401"/>
            <a:ext cx="8650224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3895" y="1524000"/>
            <a:ext cx="8664211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895" y="3299013"/>
            <a:ext cx="8664212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718" y="3352802"/>
            <a:ext cx="11222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718" y="4771030"/>
            <a:ext cx="11222567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494640" y="363538"/>
            <a:ext cx="1120272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2403145"/>
            <a:ext cx="10742084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3736006"/>
            <a:ext cx="10742084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367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4761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5" y="107576"/>
            <a:ext cx="10723035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5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365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4760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4760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9" y="611872"/>
            <a:ext cx="512064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765" y="368300"/>
            <a:ext cx="512064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9" y="1787856"/>
            <a:ext cx="512064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8" y="611872"/>
            <a:ext cx="5439393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8" y="1787856"/>
            <a:ext cx="5439393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6787489" y="359393"/>
            <a:ext cx="48768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6389" y="368301"/>
            <a:ext cx="2032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365" y="368301"/>
            <a:ext cx="8919635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1600201"/>
            <a:ext cx="10723035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06447" y="627566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8765D1F-E082-BB4D-A0E1-4745DB043B22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611" y="6275669"/>
            <a:ext cx="6454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0541" y="6275669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6A4D4219-4F9E-8A44-B483-36B607CA5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HW #5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39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Goals:</a:t>
            </a:r>
          </a:p>
          <a:p>
            <a:pPr lvl="1"/>
            <a:r>
              <a:rPr lang="en-US" dirty="0"/>
              <a:t>Learn about transition-based dependency parsing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Implement  an arc-standard transition oracle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Apply your system to a corpus of English dependency parses</a:t>
            </a:r>
          </a:p>
        </p:txBody>
      </p:sp>
    </p:spTree>
    <p:extLst>
      <p:ext uri="{BB962C8B-B14F-4D97-AF65-F5344CB8AC3E}">
        <p14:creationId xmlns:p14="http://schemas.microsoft.com/office/powerpoint/2010/main" val="259256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an arc-standard transition system</a:t>
            </a:r>
          </a:p>
          <a:p>
            <a:pPr lvl="1"/>
            <a:r>
              <a:rPr lang="en-US" dirty="0"/>
              <a:t>Takes a parser configuration – stack, buffer, arcs – and a transition</a:t>
            </a:r>
          </a:p>
          <a:p>
            <a:pPr lvl="1"/>
            <a:r>
              <a:rPr lang="en-US" dirty="0"/>
              <a:t>Produces an updated configuration</a:t>
            </a:r>
          </a:p>
          <a:p>
            <a:r>
              <a:rPr lang="en-US" dirty="0"/>
              <a:t>Implement an oracle</a:t>
            </a:r>
          </a:p>
          <a:p>
            <a:pPr lvl="1"/>
            <a:r>
              <a:rPr lang="en-US" dirty="0"/>
              <a:t>Takes a gold-standard dependency parse</a:t>
            </a:r>
          </a:p>
          <a:p>
            <a:pPr lvl="1"/>
            <a:r>
              <a:rPr lang="en-US" dirty="0"/>
              <a:t>Determines and applies the correct sequence of transitions for the parse</a:t>
            </a:r>
          </a:p>
          <a:p>
            <a:pPr lvl="2"/>
            <a:r>
              <a:rPr lang="en-US" dirty="0"/>
              <a:t>As is done to create training data</a:t>
            </a:r>
          </a:p>
          <a:p>
            <a:pPr lvl="1"/>
            <a:r>
              <a:rPr lang="en-US" dirty="0"/>
              <a:t>Outputs the transition sequence and the resulting arcs</a:t>
            </a:r>
          </a:p>
          <a:p>
            <a:r>
              <a:rPr lang="en-US" dirty="0"/>
              <a:t>Applies the oracle to a set of CONLL English dependency parses</a:t>
            </a:r>
          </a:p>
        </p:txBody>
      </p:sp>
    </p:spTree>
    <p:extLst>
      <p:ext uri="{BB962C8B-B14F-4D97-AF65-F5344CB8AC3E}">
        <p14:creationId xmlns:p14="http://schemas.microsoft.com/office/powerpoint/2010/main" val="274013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Treebank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Adapted from CONLL 2007 format</a:t>
            </a:r>
          </a:p>
          <a:p>
            <a:r>
              <a:rPr lang="en-US" dirty="0"/>
              <a:t>For each sentence, parses separated by ‘\n\n’:</a:t>
            </a:r>
          </a:p>
          <a:p>
            <a:pPr lvl="1"/>
            <a:r>
              <a:rPr lang="en-US" dirty="0"/>
              <a:t>&lt;index&gt;\t&lt;word&gt;\t&lt;</a:t>
            </a:r>
            <a:r>
              <a:rPr lang="en-US" dirty="0" err="1"/>
              <a:t>dependency_relation</a:t>
            </a:r>
            <a:r>
              <a:rPr lang="en-US" dirty="0"/>
              <a:t>&gt;\t&lt;</a:t>
            </a:r>
            <a:r>
              <a:rPr lang="en-US" dirty="0" err="1"/>
              <a:t>head_index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E.g.</a:t>
            </a:r>
          </a:p>
          <a:p>
            <a:pPr lvl="2"/>
            <a:r>
              <a:rPr lang="en-US" dirty="0"/>
              <a:t>1     The    det    2</a:t>
            </a:r>
          </a:p>
          <a:p>
            <a:pPr lvl="2"/>
            <a:r>
              <a:rPr lang="en-US" dirty="0"/>
              <a:t>2     cat     </a:t>
            </a:r>
            <a:r>
              <a:rPr lang="en-US" dirty="0" err="1"/>
              <a:t>nsubj</a:t>
            </a:r>
            <a:r>
              <a:rPr lang="en-US" dirty="0"/>
              <a:t>   3</a:t>
            </a:r>
          </a:p>
          <a:p>
            <a:r>
              <a:rPr lang="en-US" dirty="0"/>
              <a:t>ROOT is index ‘0’</a:t>
            </a:r>
          </a:p>
          <a:p>
            <a:pPr lvl="1"/>
            <a:r>
              <a:rPr lang="en-US" dirty="0"/>
              <a:t>Only appears as </a:t>
            </a:r>
            <a:r>
              <a:rPr lang="en-US" dirty="0" err="1"/>
              <a:t>head_index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08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8818</TotalTime>
  <Words>158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News Gothic MT</vt:lpstr>
      <vt:lpstr>Wingdings 2</vt:lpstr>
      <vt:lpstr>Breeze</vt:lpstr>
      <vt:lpstr>HW #5</vt:lpstr>
      <vt:lpstr>Dependency Parsing</vt:lpstr>
      <vt:lpstr>Tasks</vt:lpstr>
      <vt:lpstr>Treebank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 #4</dc:title>
  <dc:creator>Gina-Anne Levow</dc:creator>
  <cp:lastModifiedBy>Gina-Anne Levow</cp:lastModifiedBy>
  <cp:revision>16</cp:revision>
  <cp:lastPrinted>2016-01-27T08:24:56Z</cp:lastPrinted>
  <dcterms:created xsi:type="dcterms:W3CDTF">2015-01-28T02:39:31Z</dcterms:created>
  <dcterms:modified xsi:type="dcterms:W3CDTF">2024-01-29T20:46:18Z</dcterms:modified>
</cp:coreProperties>
</file>